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Segoe UI"/>
              </a:rPr>
              <a:t>SnowSense Winnipeg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F0FA"/>
                </a:solidFill>
                <a:latin typeface="Segoe UI"/>
              </a:rPr>
              <a:t>AI‑Powered Winter Navigation &amp; Parking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840480"/>
            <a:ext cx="365760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Segoe UI"/>
              </a:defRPr>
            </a:pPr>
            <a:r>
              <a:t>Team: Winnipeg Defense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Drivers don't know which roads are cleared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Routes being plowed are hard to identify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Parking bans are confusing during storms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Leads to congestion and emergency delays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Segoe UI"/>
              </a:rPr>
              <a:t>City 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Snow Clearing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Plow Zone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Snow Parking Bans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Road Network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Segoe UI"/>
              </a:rPr>
              <a:t>Our Solution: SnowSense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Predict snow congestion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Show real‑time plow zones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Recommend safest winter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Alert drivers about parking bans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Segoe UI"/>
              </a:rPr>
              <a:t>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64592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User enters destination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39" y="2377440"/>
            <a:ext cx="164592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Fetch snow &amp; plow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377440"/>
            <a:ext cx="164592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AI analyzes road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59" y="2377440"/>
            <a:ext cx="164592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Generate safest 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19" y="2377440"/>
            <a:ext cx="164592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Display route &amp; alerts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2743200"/>
            <a:ext cx="548640" cy="274320"/>
          </a:xfrm>
          <a:prstGeom prst="rightArrow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023359" y="2743200"/>
            <a:ext cx="548640" cy="274320"/>
          </a:xfrm>
          <a:prstGeom prst="rightArrow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760720" y="2743200"/>
            <a:ext cx="548640" cy="274320"/>
          </a:xfrm>
          <a:prstGeom prst="rightArrow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498079" y="2743200"/>
            <a:ext cx="548640" cy="274320"/>
          </a:xfrm>
          <a:prstGeom prst="rightArrow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Segoe UI"/>
              </a:rPr>
              <a:t>Impact for Winnipeg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Reduce winter traffic congestion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Prevent parking violations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Improve road safety during storms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329184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Faster emergency vehicle routing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