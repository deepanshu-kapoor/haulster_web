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dd52531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dd52531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dd525317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dd525317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dd525317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dd525317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dd525317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dd525317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dd525317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dd525317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dd525317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dd525317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dd525317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dd525317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: </a:t>
            </a:r>
            <a:r>
              <a:rPr lang="en"/>
              <a:t>Winnipeg Defense Group 	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Snow Sense Winnipeg</a:t>
            </a:r>
            <a:endParaRPr b="1" sz="4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 :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25" y="1152475"/>
            <a:ext cx="8952375" cy="395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Drivers are generally unaware of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roads are cleared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routes to </a:t>
            </a:r>
            <a:r>
              <a:rPr lang="en"/>
              <a:t>avoid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Risky routes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Routes undergoing plowing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results in traffic accidents , delays and emergency delays.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we are using 	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Plow Zone Schedule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Snow Parking Bans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Snow Clearing Status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Road Network Map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the Winnipeg Open Data Portal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we built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An app that-&gt;</a:t>
            </a:r>
            <a:endParaRPr b="1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948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912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75"/>
              <a:buChar char="●"/>
            </a:pPr>
            <a:r>
              <a:rPr lang="en" sz="1375">
                <a:solidFill>
                  <a:schemeClr val="dk1"/>
                </a:solidFill>
              </a:rPr>
              <a:t>Predicts </a:t>
            </a:r>
            <a:r>
              <a:rPr b="1" lang="en" sz="1375">
                <a:solidFill>
                  <a:schemeClr val="dk1"/>
                </a:solidFill>
              </a:rPr>
              <a:t>snow congestion risk</a:t>
            </a:r>
            <a:br>
              <a:rPr b="1" lang="en" sz="1375">
                <a:solidFill>
                  <a:schemeClr val="dk1"/>
                </a:solidFill>
              </a:rPr>
            </a:br>
            <a:endParaRPr b="1" sz="1375">
              <a:solidFill>
                <a:schemeClr val="dk1"/>
              </a:solidFill>
            </a:endParaRPr>
          </a:p>
          <a:p>
            <a:pPr indent="-315912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75"/>
              <a:buChar char="●"/>
            </a:pPr>
            <a:r>
              <a:rPr lang="en" sz="1375">
                <a:solidFill>
                  <a:schemeClr val="dk1"/>
                </a:solidFill>
              </a:rPr>
              <a:t>Shows </a:t>
            </a:r>
            <a:r>
              <a:rPr b="1" lang="en" sz="1375">
                <a:solidFill>
                  <a:schemeClr val="dk1"/>
                </a:solidFill>
              </a:rPr>
              <a:t>real-time plow zones</a:t>
            </a:r>
            <a:br>
              <a:rPr b="1" lang="en" sz="1375">
                <a:solidFill>
                  <a:schemeClr val="dk1"/>
                </a:solidFill>
              </a:rPr>
            </a:br>
            <a:endParaRPr b="1" sz="1375">
              <a:solidFill>
                <a:schemeClr val="dk1"/>
              </a:solidFill>
            </a:endParaRPr>
          </a:p>
          <a:p>
            <a:pPr indent="-315912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75"/>
              <a:buChar char="●"/>
            </a:pPr>
            <a:r>
              <a:rPr lang="en" sz="1375">
                <a:solidFill>
                  <a:schemeClr val="dk1"/>
                </a:solidFill>
              </a:rPr>
              <a:t>Recommend </a:t>
            </a:r>
            <a:r>
              <a:rPr b="1" lang="en" sz="1375">
                <a:solidFill>
                  <a:schemeClr val="dk1"/>
                </a:solidFill>
              </a:rPr>
              <a:t>best winter routes</a:t>
            </a:r>
            <a:br>
              <a:rPr b="1" lang="en" sz="1375">
                <a:solidFill>
                  <a:schemeClr val="dk1"/>
                </a:solidFill>
              </a:rPr>
            </a:br>
            <a:endParaRPr b="1" sz="1375">
              <a:solidFill>
                <a:schemeClr val="dk1"/>
              </a:solidFill>
            </a:endParaRPr>
          </a:p>
          <a:p>
            <a:pPr indent="-315912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75"/>
              <a:buChar char="●"/>
            </a:pPr>
            <a:r>
              <a:rPr lang="en" sz="1375">
                <a:solidFill>
                  <a:schemeClr val="dk1"/>
                </a:solidFill>
              </a:rPr>
              <a:t>Show </a:t>
            </a:r>
            <a:r>
              <a:rPr b="1" lang="en" sz="1375">
                <a:solidFill>
                  <a:schemeClr val="dk1"/>
                </a:solidFill>
              </a:rPr>
              <a:t>parking ban alerts</a:t>
            </a:r>
            <a:br>
              <a:rPr b="1" lang="en" sz="1375">
                <a:solidFill>
                  <a:schemeClr val="dk1"/>
                </a:solidFill>
              </a:rPr>
            </a:br>
            <a:endParaRPr b="1" sz="13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375">
                <a:solidFill>
                  <a:schemeClr val="dk1"/>
                </a:solidFill>
              </a:rPr>
              <a:t>Structure:</a:t>
            </a:r>
            <a:endParaRPr sz="13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User enters destination</a:t>
            </a:r>
            <a:endParaRPr sz="155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↓</a:t>
            </a:r>
            <a:endParaRPr sz="155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AI analyzes</a:t>
            </a:r>
            <a:endParaRPr sz="155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• snow clearing data</a:t>
            </a:r>
            <a:endParaRPr sz="155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• plow schedule</a:t>
            </a:r>
            <a:endParaRPr sz="155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• road network</a:t>
            </a:r>
            <a:endParaRPr sz="155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↓</a:t>
            </a:r>
            <a:endParaRPr sz="155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5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50"/>
              <a:t>System recommends safest route</a:t>
            </a:r>
            <a:endParaRPr sz="155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works 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Screenshot of website goes here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enabling residents to get the best cleared routes and real-time parking guidance, we-&gt;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reduce congestion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prevent parking violations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Improve winter mobility in Winnipeg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