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6699"/>
                </a:solidFill>
              </a:rPr>
              <a:t>SnowSense Winnipeg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82828"/>
                </a:solidFill>
              </a:rPr>
              <a:t>AI‑Powered Winter Navigation &amp; Parking Intelligence
Team: Winnipeg Defense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Winter navigation in Winnipeg is unpredictable during snowstorms.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Drivers often do not know which roads are cleared or being plowed.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Parking bans and road conditions are difficult to track in real time.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This leads to traffic congestion, parking violations, and emergency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Winnipeg Open Data Portal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Snow Clearing Status dataset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Plow Zone Schedule dataset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Snow Parking Bans dataset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Road Network Map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Our Solution: SnowSense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Predicts snow congestion risk using winter road data.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Displays real‑time plow zones across Winnipeg.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Recommends the safest winter routes.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Alerts users about parking bans.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User enters destination.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System retrieves snow clearing and plow schedule data.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AI evaluates congestion and risk levels.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Interactive map displays safest route and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99"/>
                </a:solidFill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Reduce winter traffic congestion.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Prevent parking violations.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Improve road safety during snowstorms.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Help emergency vehicles navigate faster.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Create a smarter winter mobility system for Winnipeg.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